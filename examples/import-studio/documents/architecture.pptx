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offic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7" r:id="second"/>
    <p:sldId id="256" r:id="first"/>
  </p:sldIdLst>
</p:presentation>
</file>

<file path=ppt/_rels/presentation.xml.rels><Relationships xmlns="http://schemas.openxmlformats.org/package/2006/relationships"><Relationship Id="first" Type="http://schemas.openxmlformats.org/officeDocument/2006/relationships/slide" Target="slides/slide1.xml"/><Relationship Id="second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/>
      <p:grpSpPr/>
      <p:sp>
        <p:nvSpPr>
          <p:cNvPr id="2" name="Text"/>
        </p:nvSpPr>
        <p:txBody>
          <a:p>
            <a:r>
              <a:t>Second slide in document order</a:t>
            </a:r>
          </a:p>
        </p:txBody>
      </p:sp>
      <p:cxnSp>
        <p:nvCxnSpPr>
          <p:cNvPr id="3" name="Arrow"/>
        </p:nvCxnSpPr>
        <p:spPr/>
      </p:cxn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/>
      <p:grpSpPr/>
      <p:sp>
        <p:nvSpPr>
          <p:cNvPr id="2" name="Text"/>
        </p:nvSpPr>
        <p:txBody>
          <a:p>
            <a:r>
              <a:t>Firewall → PLC; TCP 502 allowed</a:t>
            </a:r>
          </a:p>
        </p:txBody>
      </p:sp>
      <p:cxnSp>
        <p:nvCxnSpPr>
          <p:cNvPr id="3" name="Arrow"/>
        </p:nvCxnSpPr>
        <p:spPr/>
      </p:cxnSp>
      <p:graphicFrame>
        <p:nvGraphicFramePr>
          <p:cNvPr id="4" name="Inventory"/>
        </p:nvGraphicFramePr>
        <a:graphic>
          <a:graphicData uri="http://schemas.openxmlformats.org/drawingml/2006/table">
            <a:tbl>
              <a:tblPr/>
              <a:tblGrid/>
              <a:tr h="100">
                <a:tc>
                  <a:txBody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p>
                      <a:r>
                        <a:t>zone</a:t>
                      </a:r>
                    </a:p>
                  </a:txBody>
                  <a:tcPr/>
                </a:tc>
              </a:tr>
              <a:tr h="100">
                <a:tc>
                  <a:txBody>
                    <a:p>
                      <a:r>
                        <a:t>eng</a:t>
                      </a:r>
                    </a:p>
                  </a:txBody>
                  <a:tcPr/>
                </a:tc>
                <a:tc>
                  <a:txBody>
                    <a:p>
                      <a:r>
                        <a:t>Engineering Station</a:t>
                      </a:r>
                    </a:p>
                  </a:txBody>
                  <a:tcPr/>
                </a:tc>
                <a:tc>
                  <a:txBody>
                    <a:p>
                      <a:r>
                        <a:t>alternate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